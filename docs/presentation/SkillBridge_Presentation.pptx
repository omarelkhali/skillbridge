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0E5A72"/>
          </a:solidFill>
          <a:ln w="12700">
            <a:solidFill>
              <a:srgbClr val="0E5A72"/>
            </a:solidFill>
            <a:prstDash val="solid"/>
          </a:ln>
        </p:spPr>
      </p:sp>
      <p:pic>
        <p:nvPicPr>
          <p:cNvPr id="4" name="Image 0" descr="C:\Users\ayoub\Documents\Projects\Bdio\SkillBridge\docs\presentation\assets\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SkillBridge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BFB4"/>
                </a:solidFill>
              </a:rPr>
              <a:t>Project-Idea-to-Learning-Path Platform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Academic Project Report | JEE, Spring Security, Big Data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0242A"/>
                </a:solidFill>
              </a:rPr>
              <a:t>Problem &amp; objectives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0242A"/>
                </a:solidFill>
              </a:rPr>
              <a:t>Solution architecture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0242A"/>
                </a:solidFill>
              </a:rPr>
              <a:t>Backend &amp; security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0242A"/>
                </a:solidFill>
              </a:rPr>
              <a:t>Recommendation engine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0242A"/>
                </a:solidFill>
              </a:rPr>
              <a:t>Frontend experience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0242A"/>
                </a:solidFill>
              </a:rPr>
              <a:t>Big Data pipeline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0242A"/>
                </a:solidFill>
              </a:rPr>
              <a:t>Results &amp; validation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0242A"/>
                </a:solidFill>
              </a:rPr>
              <a:t>Roadmap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Academic Project Report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Problem &amp;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Learner pain points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Project ideas are concrete, skill paths are not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Course discovery is noisy and unstructured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Lack of explainable recommendations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SkillBridge response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Turn project text into skills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Ranked, explainable recommendations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Progress + analytics in one platform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Platform Overview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Three-Application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React + TypeScript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Protected routes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Dashboard UX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API client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Spring Boot 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REST APIs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Recommendation engine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Security filters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Big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Docker lab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Sqoop + Flume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Hive + MapReduce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HBase outputs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Core Modules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Backend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Layered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Controllers → Services → Repositories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DTO validation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Transactions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Central error handling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Key modules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Auth &amp; security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Catalog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Recommendations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Admin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Platform Overview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Spring Security Highlights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JWT tokens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BCrypt hashing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Google/GitHub OAuth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Authorization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Role-based access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Method security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Owner checks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Hardening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Strict CORS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HSTS + headers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Brute-force protection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Core Modules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Recommendation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Explainable algorithm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Text normalization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Skill detection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Category rules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Score components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Score breakdown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Title match (30)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Skill match (40)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Category match (20)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Popularity bonus (10)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Platform Overview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Core Domain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User &amp; Roles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USER / ADMIN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OAuth identity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Security 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Learning entities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Projects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Detected skills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Recommendations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Catalog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Courses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Providers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Categories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Skills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Core Modules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Frontend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Primary routes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Dashboard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Projects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Courses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Saved &amp; Progress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Admin suite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Overview analytics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Users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Catalog CRUD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Big Data status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Platform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Big Data Laboratory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Batch 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Catalog build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Postgres mirror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Sqoop → HDFS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Hive queries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Streaming pipeline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events.log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Flume ingestion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HDFS raw zone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Analytics refresh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Platform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End-to-End Pipeline (System View)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4173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Idea Input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38528" y="13258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4173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Skill Detection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9856" y="13258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4173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Catalog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01184" y="13258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14173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Recommendation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82512" y="13258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4173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Event Logging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3258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14173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Analytics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88036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Catalog Build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38528" y="2788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288036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Supabase Sync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9856" y="2788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88036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Sqoop Import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01184" y="2788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288036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Hive Queries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82512" y="2788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288036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MapReduce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2788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36992" y="288036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42A"/>
                </a:solidFill>
              </a:rPr>
              <a:t>HBase Serving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17E"/>
                </a:solidFill>
              </a:rPr>
              <a:t>Web Application Flow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17E"/>
                </a:solidFill>
              </a:rPr>
              <a:t>Big Data Flow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5A72"/>
                </a:solidFill>
              </a:rPr>
              <a:t>Outputs: explainable recommendations, dashboards, and analytics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Full Pipeline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Pipeline Diagram (Reference)</a:t>
            </a:r>
            <a:endParaRPr lang="en-US" sz="3200" dirty="0"/>
          </a:p>
        </p:txBody>
      </p:sp>
      <p:pic>
        <p:nvPicPr>
          <p:cNvPr id="4" name="Image 0" descr="C:\Users\ayoub\Documents\Projects\Bdio\SkillBridge\docs\presentation\assets\bigdata-pipelin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04672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17E"/>
                </a:solidFill>
              </a:rPr>
              <a:t>Provided pipeline visual for the Big Data flow.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Catalog Building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Inputs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CSV/JSON datasets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Provider normalization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Skill extraction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Outputs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Unified courses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Categories/providers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Popularity score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Supabase sync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Platform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Analytics Outputs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Hive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Course counts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Top providers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Skill distribution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MapReduce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Top search keywords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User intent signals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HBase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course_stats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Fast lookup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Admin dashboards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Core Modules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Admin Dashboards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Transactional metrics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Users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Projects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Recommendations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Saved courses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Big Data metrics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Top categories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Top skills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Pipeline status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Data freshness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Platform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Testing &amp; Validation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Automated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Security tests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Recommendation tests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Context load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Manual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Login lockout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Admin access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Project workflow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Big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Sqoop imports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Hive queries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</a:rPr>
              <a:t>HBase load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Core Modules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Runbook (Demo Commands)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mvn spring-boot:run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JWT auth ready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API at :8080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Frontend + Big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npm run dev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docker compose up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Run pipeline scripts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Platform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Current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Product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Rule-based recommendations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Manual Hadoop execution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Screenshots pending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Engineering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OAuth setup required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Docker services dependency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No auto refresh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Platform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A"/>
                </a:solidFill>
              </a:rPr>
              <a:t>Future Improvements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1887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6CB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Intelligence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Semantic embeddings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Feedback loop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Smarter ranking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72"/>
                </a:solidFill>
              </a:rPr>
              <a:t>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Scheduled refresh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Deployment automation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42A"/>
                </a:solidFill>
              </a:rPr>
              <a:t>Richer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17E"/>
                </a:solidFill>
              </a:rPr>
              <a:t>SkillBridge | Platform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BFB4"/>
                </a:solidFill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SkillBridge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SkillBridge</dc:title>
  <dc:subject>SkillBridge Platform</dc:subject>
  <dc:creator>SkillBridge Team</dc:creator>
  <cp:lastModifiedBy>SkillBridge Team</cp:lastModifiedBy>
  <cp:revision>1</cp:revision>
  <dcterms:created xsi:type="dcterms:W3CDTF">2026-05-20T17:49:58Z</dcterms:created>
  <dcterms:modified xsi:type="dcterms:W3CDTF">2026-05-20T17:49:58Z</dcterms:modified>
</cp:coreProperties>
</file>